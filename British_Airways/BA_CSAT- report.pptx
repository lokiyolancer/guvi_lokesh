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4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British Airways CSAT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Data Analytics Project</a:t>
            </a:r>
          </a:p>
          <a:p>
            <a:r>
              <a:t>Tools: Python (Pandas) &amp;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48243"/>
            <a:ext cx="8229600" cy="1143000"/>
          </a:xfrm>
        </p:spPr>
        <p:txBody>
          <a:bodyPr>
            <a:noAutofit/>
          </a:bodyPr>
          <a:p>
            <a:r>
              <a:rPr lang="en-US" sz="7200" b="1"/>
              <a:t>Thank you</a:t>
            </a:r>
            <a:endParaRPr lang="en-US" sz="72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satisfaction is critical in the airline industry.</a:t>
            </a:r>
          </a:p>
          <a:p>
            <a:r>
              <a:t>British Airways collects feedback across multiple service areas.</a:t>
            </a:r>
          </a:p>
          <a:p>
            <a:r>
              <a:t>Goal: convert raw feedback into actionable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overall passenger satisfaction.</a:t>
            </a:r>
          </a:p>
          <a:p>
            <a:r>
              <a:t>Identify underperforming service areas.</a:t>
            </a:r>
          </a:p>
          <a:p>
            <a:r>
              <a:t>Analyze trends across time, seat type, and geography.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passenger reviews and country reference datasets.</a:t>
            </a:r>
          </a:p>
          <a:p>
            <a:r>
              <a:t>Cleaned data using Python (Pandas).</a:t>
            </a:r>
          </a:p>
          <a:p>
            <a:r>
              <a:t>Handled missing values, corrected data types, and standardized fields.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Modeling &amp;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a star schema model in Power BI.</a:t>
            </a:r>
          </a:p>
          <a:p>
            <a:r>
              <a:t>Created a Date table for year-wise analysis.</a:t>
            </a:r>
          </a:p>
          <a:p>
            <a:r>
              <a:t>Developed DAX measures for average satisfaction ratings.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KPI cards and filters.</a:t>
            </a:r>
          </a:p>
          <a:p>
            <a:r>
              <a:t>Dynamic metric selector for multiple ratings.</a:t>
            </a:r>
          </a:p>
          <a:p>
            <a:r>
              <a:t>Year-wise trends, category comparisons, and map visuals.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Entertainment is the lowest-rated service area.</a:t>
            </a:r>
          </a:p>
          <a:p>
            <a:r>
              <a:t>Economy Class consistently underperforms.</a:t>
            </a:r>
          </a:p>
          <a:p>
            <a:r>
              <a:t>Recommend service upgrades and operational improvements.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Delivered an end-to-end analytics solution.</a:t>
            </a:r>
          </a:p>
          <a:p>
            <a:r>
              <a:t>Combined technical skills with business insights.</a:t>
            </a:r>
          </a:p>
          <a:p>
            <a:r>
              <a:t>Dashboard supports data-driven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1270</Words>
  <Application>WPS Presentation</Application>
  <PresentationFormat>On-screen Show (4:3)</PresentationFormat>
  <Paragraphs>49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British Airways CSAT Analysis</vt:lpstr>
      <vt:lpstr>PowerPoint 演示文稿</vt:lpstr>
      <vt:lpstr>Business Context</vt:lpstr>
      <vt:lpstr>Business Problem &amp; Objectives</vt:lpstr>
      <vt:lpstr>Data Preparation</vt:lpstr>
      <vt:lpstr>Data Modeling &amp; Measures</vt:lpstr>
      <vt:lpstr>Dashboard Features</vt:lpstr>
      <vt:lpstr>Key Insights &amp; Recommendations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Nivethitha E</cp:lastModifiedBy>
  <cp:revision>2</cp:revision>
  <dcterms:created xsi:type="dcterms:W3CDTF">2013-01-27T09:14:00Z</dcterms:created>
  <dcterms:modified xsi:type="dcterms:W3CDTF">2025-12-28T10:56:25Z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11BF15E57474430FA9CCBCFF8B41684E_12</vt:lpwstr>
  </property>
  <property fmtid="{D5CDD505-2E9C-101B-9397-08002B2CF9AE}" pid="3" name="KSOProductBuildVer">
    <vt:lpwstr>1033-12.2.0.23196</vt:lpwstr>
  </property>
</Properties>
</file>